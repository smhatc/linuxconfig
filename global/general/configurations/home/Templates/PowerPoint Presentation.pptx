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89273" autoAdjust="0"/>
  </p:normalViewPr>
  <p:slideViewPr>
    <p:cSldViewPr snapToGrid="0">
      <p:cViewPr varScale="1">
        <p:scale>
          <a:sx n="100" d="100"/>
          <a:sy n="100" d="100"/>
        </p:scale>
        <p:origin x="378" y="90"/>
      </p:cViewPr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168" y="108"/>
      </p:cViewPr>
    </p:cSldViewPr>
  </p:notes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handoutMasters/_rels/handoutMaster1.xml.rels><?xml version="1.0" encoding="UTF-8" standalone="yes"?>								<Relationships xmlns="http://schemas.openxmlformats.org/package/2006/relationships">								<Relationship Id="rId1" Type="http://schemas.openxmlformats.org/officeDocument/2006/relationships/theme" Target="../theme/theme0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2E96E-41F7-40C5-8419-297958CC00FA}" type="datetimeFigureOut">
              <a:rPr lang="en-US" smtClean="0"/>
              <a:t>10/30/2013</a:t>
            </a:fld>
            <a:endParaRPr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999B8-B6B4-4561-A3CD-BBCDAB9FC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286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itchFamily="34" charset="0" panose="020B0604020202020204"/>
              <a:cs typeface="Arial" pitchFamily="34" charset="0" panose="020B060402020202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999B8-B6B4-4561-A3CD-BBCDAB9FC9D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644256"/>
      </p:ext>
    </p:extLst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51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619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125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403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759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284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599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960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40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304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801277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136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011969"/>
      </p:ext>
    </p:extLst>
  </p:cSld>
  <p:clrMapOvr>
    <a:masterClrMapping/>
  </p:clrMapOvr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0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anose="020F0302020204030204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F0502020204030204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Arial"/>
        <a:cs typeface="Arial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 panose="020B0604020202020204"/>
        <a:ea typeface="Arial"/>
        <a:cs typeface="Arial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</Words>
  <Application>ONLYOFFICE/9.4.0.129</Application>
  <PresentationFormat>On-screen Show (4:3)</PresentationFormat>
  <Paragraphs>1</Paragraphs>
  <Slides>1</Slides>
  <Notes>1</Notes>
  <HiddenSlides>0</HiddenSlides>
  <MMClips>0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</cp:revision>
</cp:coreProperties>
</file>